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8B8D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CEA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on-time rate</c:v>
                  </c:pt>
                  <c:pt idx="1">
                    <c:v>lead-time CoV</c:v>
                  </c:pt>
                  <c:pt idx="2">
                    <c:v>annual spend</c:v>
                  </c:pt>
                  <c:pt idx="3">
                    <c:v>single-source</c:v>
                  </c:pt>
                  <c:pt idx="4">
                    <c:v>high-risk region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</c:v>
                </c:pt>
                <c:pt idx="1">
                  <c:v>26</c:v>
                </c:pt>
                <c:pt idx="2">
                  <c:v>17</c:v>
                </c:pt>
                <c:pt idx="3">
                  <c:v>13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CEA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AB4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16"/>
        </a:solidFill>
        <a:ln>
          <a:noFill/>
        </a:ln>
        <a:effectLst/>
      </c:spPr>
    </c:plotArea>
    <c:plotVisOnly val="1"/>
    <c:dispBlanksAs val="span"/>
  </c:chart>
  <c:spPr>
    <a:solidFill>
      <a:srgbClr val="0A0E1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 UNIVERSITY  ·  AGENTIC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 Risk Console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agentic-AI decision platform for Titan Manufacturing — load supply-chain data, run an autonomous risk analysis with costs, and chat with the agent.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B2433"/>
          </a:solidFill>
          <a:ln w="12700">
            <a:solidFill>
              <a:srgbClr val="8B8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multi-agent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41148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B2433"/>
          </a:solidFill>
          <a:ln w="12700">
            <a:solidFill>
              <a:srgbClr val="8B8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risk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41148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B2433"/>
          </a:solidFill>
          <a:ln w="12700">
            <a:solidFill>
              <a:srgbClr val="8B8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the VPS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agenticai.srv1487908.hstgr.cloud</a:t>
            </a:r>
            <a:pPr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·    github.com/cmiebach/agentic_ai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Titan Manufacturing is losing money to supply-chain volatility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2606040" cy="91440"/>
          </a:xfrm>
          <a:prstGeom prst="rect">
            <a:avLst/>
          </a:prstGeom>
          <a:solidFill>
            <a:srgbClr val="FF8A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8A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+28%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delivery delays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47288" y="17830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47288" y="1783080"/>
            <a:ext cx="2606040" cy="91440"/>
          </a:xfrm>
          <a:prstGeom prst="rect">
            <a:avLst/>
          </a:prstGeom>
          <a:solidFill>
            <a:srgbClr val="FF8A93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1488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8A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$14M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630168" y="3154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line-stoppage losses / quarter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45936" y="17830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45936" y="1783080"/>
            <a:ext cx="2606040" cy="91440"/>
          </a:xfrm>
          <a:prstGeom prst="rect">
            <a:avLst/>
          </a:prstGeom>
          <a:solidFill>
            <a:srgbClr val="FFB783"/>
          </a:solidFill>
          <a:ln/>
        </p:spPr>
      </p:sp>
      <p:sp>
        <p:nvSpPr>
          <p:cNvPr id="15" name="Text 13"/>
          <p:cNvSpPr/>
          <p:nvPr/>
        </p:nvSpPr>
        <p:spPr>
          <a:xfrm>
            <a:off x="6437376" y="21488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B7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+52%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528816" y="3154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expedited-logistics costs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44584" y="17830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44584" y="1783080"/>
            <a:ext cx="2606040" cy="91440"/>
          </a:xfrm>
          <a:prstGeom prst="rect">
            <a:avLst/>
          </a:prstGeom>
          <a:solidFill>
            <a:srgbClr val="FFB783"/>
          </a:solidFill>
          <a:ln/>
        </p:spPr>
      </p:sp>
      <p:sp>
        <p:nvSpPr>
          <p:cNvPr id="19" name="Text 17"/>
          <p:cNvSpPr/>
          <p:nvPr/>
        </p:nvSpPr>
        <p:spPr>
          <a:xfrm>
            <a:off x="9336024" y="21488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B7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9427464" y="3154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beyond Tier-1 suppliers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56,000 employees · 28 plants · 14 countries — yet decisions are manual and reactive, with data scattered across SCADA, EDI feeds, email and spreadsheets.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Risk Console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operational intelligence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109728" cy="3931920"/>
          </a:xfrm>
          <a:prstGeom prst="rect">
            <a:avLst/>
          </a:prstGeom>
          <a:solidFill>
            <a:srgbClr val="FF8A9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systems — SCADA, MES, ERP, vendor portals don’t talk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Entirely manual decision loops; problems found only after a stall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Tier-2 suppliers or real-time ETAs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blame each other — maintenance, procurement, logistics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303520" cy="3931920"/>
          </a:xfrm>
          <a:prstGeom prst="roundRect">
            <a:avLst>
              <a:gd name="adj" fmla="val 2093"/>
            </a:avLst>
          </a:prstGeom>
          <a:solidFill>
            <a:srgbClr val="131A26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737360"/>
            <a:ext cx="109728" cy="393192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Agentic AI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251460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that perceive, decide and act on the data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 scattered sources into one analysed workspace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&amp; flag risk proactively — before the line stops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exposure in $ and recommend the next action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Risk Console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opportunities across Titan’s 5 challenges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713232"/>
          </a:xfrm>
          <a:prstGeom prst="roundRect">
            <a:avLst>
              <a:gd name="adj" fmla="val 11538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29384"/>
            <a:ext cx="420624" cy="420624"/>
          </a:xfrm>
          <a:prstGeom prst="ellipse">
            <a:avLst/>
          </a:prstGeom>
          <a:solidFill>
            <a:srgbClr val="1B2433"/>
          </a:solidFill>
          <a:ln w="19050">
            <a:solidFill>
              <a:srgbClr val="2A35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293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8288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maintenance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0" y="1828800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RUL-prediction agent prioritises 22k daily sensor alerts; auto-schedules maintenance.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11064240" cy="713232"/>
          </a:xfrm>
          <a:prstGeom prst="roundRect">
            <a:avLst>
              <a:gd name="adj" fmla="val 11538"/>
            </a:avLst>
          </a:prstGeom>
          <a:solidFill>
            <a:srgbClr val="131A26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24328"/>
            <a:ext cx="109728" cy="713232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2770632"/>
            <a:ext cx="420624" cy="420624"/>
          </a:xfrm>
          <a:prstGeom prst="ellipse">
            <a:avLst/>
          </a:prstGeom>
          <a:solidFill>
            <a:srgbClr val="8B8DFF"/>
          </a:solidFill>
          <a:ln w="19050">
            <a:solidFill>
              <a:srgbClr val="8B8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7706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6700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 volatility &amp; risk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0" y="2670048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Tier-2 risk sentinel + ETA prediction — OUR BUILD focuses here.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65576"/>
            <a:ext cx="11064240" cy="713232"/>
          </a:xfrm>
          <a:prstGeom prst="roundRect">
            <a:avLst>
              <a:gd name="adj" fmla="val 11538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611880"/>
            <a:ext cx="420624" cy="420624"/>
          </a:xfrm>
          <a:prstGeom prst="ellipse">
            <a:avLst/>
          </a:prstGeom>
          <a:solidFill>
            <a:srgbClr val="1B2433"/>
          </a:solidFill>
          <a:ln w="19050">
            <a:solidFill>
              <a:srgbClr val="2A3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118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51129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Human–robot coordination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03520" y="3511296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agent re-plans robot cells around real-time staffing &amp; safety.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306824"/>
            <a:ext cx="11064240" cy="713232"/>
          </a:xfrm>
          <a:prstGeom prst="roundRect">
            <a:avLst>
              <a:gd name="adj" fmla="val 11538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4453128"/>
            <a:ext cx="420624" cy="420624"/>
          </a:xfrm>
          <a:prstGeom prst="ellipse">
            <a:avLst/>
          </a:prstGeom>
          <a:solidFill>
            <a:srgbClr val="1B2433"/>
          </a:solidFill>
          <a:ln w="19050">
            <a:solidFill>
              <a:srgbClr val="2A35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4531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35254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&amp; traceability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03520" y="4352544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agent links MES/QMS to robotics telemetry to trace defects in minutes.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148072"/>
            <a:ext cx="11064240" cy="713232"/>
          </a:xfrm>
          <a:prstGeom prst="roundRect">
            <a:avLst>
              <a:gd name="adj" fmla="val 11538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5294376"/>
            <a:ext cx="420624" cy="420624"/>
          </a:xfrm>
          <a:prstGeom prst="ellipse">
            <a:avLst/>
          </a:prstGeom>
          <a:solidFill>
            <a:srgbClr val="1B2433"/>
          </a:solidFill>
          <a:ln w="19050">
            <a:solidFill>
              <a:srgbClr val="2A35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52943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519379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Compliance, safety &amp; audit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03520" y="5193792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agent auto-reconstructs incidents across 20+ siloed systems.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Risk Console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 Risk Console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password-gated web app: load a supply-chain data source, run a full risk analysis with costs, and chat with the agent — everything runs server-side.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131A26"/>
          </a:solidFill>
          <a:ln w="19050">
            <a:solidFill>
              <a:srgbClr val="8B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data source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CSV/XLSX, connect SAP/Odoo/Dynamics, public USAID data, or a synthetic generator.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47288" y="233172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1608" y="2606040"/>
            <a:ext cx="548640" cy="548640"/>
          </a:xfrm>
          <a:prstGeom prst="ellipse">
            <a:avLst/>
          </a:prstGeom>
          <a:solidFill>
            <a:srgbClr val="131A26"/>
          </a:solidFill>
          <a:ln w="19050">
            <a:solidFill>
              <a:srgbClr val="8B8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75888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risk analysis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75888" y="37490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+ logistics (sea/air/road/rail) with quantified cost-at-risk.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45936" y="233172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0256" y="2606040"/>
            <a:ext cx="548640" cy="548640"/>
          </a:xfrm>
          <a:prstGeom prst="ellipse">
            <a:avLst/>
          </a:prstGeom>
          <a:solidFill>
            <a:srgbClr val="131A26"/>
          </a:solidFill>
          <a:ln w="19050">
            <a:solidFill>
              <a:srgbClr val="8B8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74536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ML model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4536" y="37490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LightGBM model predicts per-supplier late-delivery risk + explains 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244584" y="233172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518904" y="2606040"/>
            <a:ext cx="548640" cy="548640"/>
          </a:xfrm>
          <a:prstGeom prst="ellipse">
            <a:avLst/>
          </a:prstGeom>
          <a:solidFill>
            <a:srgbClr val="131A26"/>
          </a:solidFill>
          <a:ln w="19050">
            <a:solidFill>
              <a:srgbClr val="8B8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18904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473184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 chat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73184" y="37490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and run focused re-analyses over the loaded data.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Risk Console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raw data to a board-ready briefing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542032" cy="2651760"/>
          </a:xfrm>
          <a:prstGeom prst="roundRect">
            <a:avLst>
              <a:gd name="adj" fmla="val 3237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72184" y="2514600"/>
            <a:ext cx="694944" cy="694944"/>
          </a:xfrm>
          <a:prstGeom prst="ellipse">
            <a:avLst/>
          </a:prstGeom>
          <a:solidFill>
            <a:srgbClr val="8B8DFF"/>
          </a:solidFill>
          <a:ln/>
        </p:spPr>
      </p:sp>
      <p:sp>
        <p:nvSpPr>
          <p:cNvPr id="7" name="Text 5"/>
          <p:cNvSpPr/>
          <p:nvPr/>
        </p:nvSpPr>
        <p:spPr>
          <a:xfrm>
            <a:off x="1472184" y="25146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Upload, connect an ERP, or generate data → one normalised workspace.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0896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8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01568" y="2194560"/>
            <a:ext cx="2542032" cy="2651760"/>
          </a:xfrm>
          <a:prstGeom prst="roundRect">
            <a:avLst>
              <a:gd name="adj" fmla="val 3237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2514600"/>
            <a:ext cx="694944" cy="694944"/>
          </a:xfrm>
          <a:prstGeom prst="ellipse">
            <a:avLst/>
          </a:prstGeom>
          <a:solidFill>
            <a:srgbClr val="8B8DF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25146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84448" y="338328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30168" y="388620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a simulated logistics-risk layer + run the LightGBM model.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61888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8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54496" y="2194560"/>
            <a:ext cx="2542032" cy="2651760"/>
          </a:xfrm>
          <a:prstGeom prst="roundRect">
            <a:avLst>
              <a:gd name="adj" fmla="val 3237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78040" y="2514600"/>
            <a:ext cx="694944" cy="694944"/>
          </a:xfrm>
          <a:prstGeom prst="ellipse">
            <a:avLst/>
          </a:prstGeom>
          <a:solidFill>
            <a:srgbClr val="8B8DFF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25146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37376" y="338328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83096" y="388620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two-agent crew writes the risk briefing, grounded in the numbers.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814816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8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107424" y="2194560"/>
            <a:ext cx="2542032" cy="2651760"/>
          </a:xfrm>
          <a:prstGeom prst="roundRect">
            <a:avLst>
              <a:gd name="adj" fmla="val 3237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30968" y="2514600"/>
            <a:ext cx="694944" cy="694944"/>
          </a:xfrm>
          <a:prstGeom prst="ellipse">
            <a:avLst/>
          </a:prstGeom>
          <a:solidFill>
            <a:srgbClr val="8B8D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30968" y="25146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290304" y="338328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336024" y="388620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answers questions &amp; focused re-analyses over the workspace.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Risk Console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CrewAI multi-agent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108960" cy="1554480"/>
          </a:xfrm>
          <a:prstGeom prst="roundRect">
            <a:avLst>
              <a:gd name="adj" fmla="val 5294"/>
            </a:avLst>
          </a:prstGeom>
          <a:solidFill>
            <a:srgbClr val="131A26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11680"/>
            <a:ext cx="3108960" cy="9144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267004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data + logistics; ranks the quantified risks and worst shipments.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41648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8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617720" y="2011680"/>
            <a:ext cx="3108960" cy="1554480"/>
          </a:xfrm>
          <a:prstGeom prst="roundRect">
            <a:avLst>
              <a:gd name="adj" fmla="val 5294"/>
            </a:avLst>
          </a:prstGeom>
          <a:solidFill>
            <a:srgbClr val="131A26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11680"/>
            <a:ext cx="3108960" cy="9144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Strategist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46320" y="267004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findings into a costed briefing + Agentic AI opportunities.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44968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8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321040" y="2011680"/>
            <a:ext cx="3108960" cy="1554480"/>
          </a:xfrm>
          <a:prstGeom prst="roundRect">
            <a:avLst>
              <a:gd name="adj" fmla="val 5294"/>
            </a:avLst>
          </a:prstGeom>
          <a:solidFill>
            <a:srgbClr val="131A26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011680"/>
            <a:ext cx="3108960" cy="9144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Agent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49640" y="267004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questions &amp; focused re-analysis, grounded in the workspace.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5262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Ollama kimi-k2.7-code (on the VPS, fast, uncapped)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fallback: Google Gemini 2.5 Flash-Lite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402336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4652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E0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5262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Prompt-injection &amp; scope guard; untrusted data isolated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have no tools/secrets — injection can’t take actions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Risk Console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 in any supply-chain data source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91440" cy="96012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29968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CSV / XLSX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32304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files auto-profiled (50+ columns, 50k rows).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2544" y="182880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2057400"/>
            <a:ext cx="91440" cy="96012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2029968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SAP S/4HANA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26864" y="2432304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OData feed — LIFNR / EBELN / MATNR fields.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6448" y="182880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6448" y="2057400"/>
            <a:ext cx="91440" cy="96012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30768" y="2029968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Odoo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30768" y="2432304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JSON-RPC — res.partner / purchase.order.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749040"/>
            <a:ext cx="91440" cy="96012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21608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 Dynamics 365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123944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OData v4 — VendorAccount / PurchId.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352044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52544" y="3749040"/>
            <a:ext cx="91440" cy="96012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23" name="Text 21"/>
          <p:cNvSpPr/>
          <p:nvPr/>
        </p:nvSpPr>
        <p:spPr>
          <a:xfrm>
            <a:off x="4626864" y="3721608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dataset (USAID)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26864" y="4123944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Real, login-free shipment-pricing CSV.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56448" y="352044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56448" y="3749040"/>
            <a:ext cx="91440" cy="96012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27" name="Text 25"/>
          <p:cNvSpPr/>
          <p:nvPr/>
        </p:nvSpPr>
        <p:spPr>
          <a:xfrm>
            <a:off x="8430768" y="3721608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generator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30768" y="4123944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Seeded, reproducible — risk patterns baked in.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 + logistics signals are simulated and clearly labelled; production points the same connector at a real system via env config.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Risk Console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Logistics risk + a LightGBM late-delivery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572000" cy="3886200"/>
          </a:xfrm>
          <a:prstGeom prst="roundRect">
            <a:avLst>
              <a:gd name="adj" fmla="val 2118"/>
            </a:avLst>
          </a:prstGeom>
          <a:solidFill>
            <a:srgbClr val="131A26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Simulated in-transit shipments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7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$240K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697480" y="253288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delay cost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44728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$4.8M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97480" y="3557016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in transit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471416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A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/ 14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97480" y="4581144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shipments ≥50% delay risk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· Air · Road · Rail — each scored on weather, port congestion &amp; lane risk.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577840" y="1783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 — what drives late delivery</a:t>
            </a:r>
            <a:endParaRPr lang="en-US" sz="15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0" y="2286000"/>
          <a:ext cx="6126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5486400" y="55778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a simulated history — holdout AUC ≈ 0.7. The pipeline (features → train → predict → explain) is real.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Risk Console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Agentic AI opportunities — mapped to cost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152144"/>
          </a:xfrm>
          <a:prstGeom prst="roundRect">
            <a:avLst>
              <a:gd name="adj" fmla="val 7143"/>
            </a:avLst>
          </a:prstGeom>
          <a:solidFill>
            <a:srgbClr val="131A26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1152144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9384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Tier-2 Risk Sentinel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92040" y="1947672"/>
            <a:ext cx="42062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maps sub-tier dependencies and flags single-source / high-risk-country exposure before it stalls production.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235440" y="1984248"/>
            <a:ext cx="2240280" cy="786384"/>
          </a:xfrm>
          <a:prstGeom prst="roundRect">
            <a:avLst>
              <a:gd name="adj" fmla="val 9302"/>
            </a:avLst>
          </a:prstGeom>
          <a:solidFill>
            <a:srgbClr val="1B2433"/>
          </a:solidFill>
          <a:ln w="12700">
            <a:solidFill>
              <a:srgbClr val="5BE0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0" y="2020824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E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De-risks the $21M single-source × Tier-2 exposure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81528"/>
            <a:ext cx="11064240" cy="1152144"/>
          </a:xfrm>
          <a:prstGeom prst="roundRect">
            <a:avLst>
              <a:gd name="adj" fmla="val 7143"/>
            </a:avLst>
          </a:prstGeom>
          <a:solidFill>
            <a:srgbClr val="131A26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081528"/>
            <a:ext cx="109728" cy="1152144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27832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Delivery &amp; Expediting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92040" y="3246120"/>
            <a:ext cx="42062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delay signals per shipment; auto-triggers expediting &amp; safety-stock when delay probability spikes.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35440" y="3282696"/>
            <a:ext cx="2240280" cy="786384"/>
          </a:xfrm>
          <a:prstGeom prst="roundRect">
            <a:avLst>
              <a:gd name="adj" fmla="val 9302"/>
            </a:avLst>
          </a:prstGeom>
          <a:solidFill>
            <a:srgbClr val="1B2433"/>
          </a:solidFill>
          <a:ln w="12700">
            <a:solidFill>
              <a:srgbClr val="5BE0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0" y="3319272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E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the $240K expected delay cost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379976"/>
            <a:ext cx="11064240" cy="1152144"/>
          </a:xfrm>
          <a:prstGeom prst="roundRect">
            <a:avLst>
              <a:gd name="adj" fmla="val 7143"/>
            </a:avLst>
          </a:prstGeom>
          <a:solidFill>
            <a:srgbClr val="131A26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379976"/>
            <a:ext cx="109728" cy="1152144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26280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C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Dual-Sourcing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92040" y="4544568"/>
            <a:ext cx="42062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Proposes &amp; qualifies alternate suppliers when concentration or OTD thresholds are breached.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235440" y="4581144"/>
            <a:ext cx="2240280" cy="786384"/>
          </a:xfrm>
          <a:prstGeom prst="roundRect">
            <a:avLst>
              <a:gd name="adj" fmla="val 9302"/>
            </a:avLst>
          </a:prstGeom>
          <a:solidFill>
            <a:srgbClr val="1B2433"/>
          </a:solidFill>
          <a:ln w="12700">
            <a:solidFill>
              <a:srgbClr val="5BE0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46177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E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the $14M line-stoppage losses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Risk Console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8B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it run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6035040" cy="914400"/>
          </a:xfrm>
          <a:prstGeom prst="roundRect">
            <a:avLst>
              <a:gd name="adj" fmla="val 9000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9718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agenticai.srv1487908.hstgr.cloud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password: agenticai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 Generate a synthetic dataset (or connect SAP)</a:t>
            </a:r>
            <a:endParaRPr lang="en-US" sz="1600" dirty="0"/>
          </a:p>
          <a:p>
            <a:pPr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 Watch KPIs, the data table, logistics risk &amp; the ML card populate</a:t>
            </a:r>
            <a:endParaRPr lang="en-US" sz="1600" dirty="0"/>
          </a:p>
          <a:p>
            <a:pPr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 Run the risk analysis → a costed, board-ready briefing</a:t>
            </a:r>
            <a:endParaRPr lang="en-US" sz="1600" dirty="0"/>
          </a:p>
          <a:p>
            <a:pPr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 Ask the chat: “which shipment has the highest delay cost?”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 run autonomously &amp; securely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9584" cy="3017520"/>
          </a:xfrm>
          <a:prstGeom prst="roundRect">
            <a:avLst>
              <a:gd name="adj" fmla="val 2727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3529584" cy="9144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9809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CrewAI backend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dashboard (buildless)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Docker container behind Traefik (auto-TLS)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52544" y="1920240"/>
            <a:ext cx="3529584" cy="3017520"/>
          </a:xfrm>
          <a:prstGeom prst="roundRect">
            <a:avLst>
              <a:gd name="adj" fmla="val 2727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1920240"/>
            <a:ext cx="3529584" cy="91440"/>
          </a:xfrm>
          <a:prstGeom prst="rect">
            <a:avLst/>
          </a:prstGeom>
          <a:solidFill>
            <a:srgbClr val="FFB783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224028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26864" y="2834640"/>
            <a:ext cx="29809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Auto-restarts on crash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VPS reboots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Health-checked every 30s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56448" y="1920240"/>
            <a:ext cx="3529584" cy="3017520"/>
          </a:xfrm>
          <a:prstGeom prst="roundRect">
            <a:avLst>
              <a:gd name="adj" fmla="val 2727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6448" y="1920240"/>
            <a:ext cx="3529584" cy="91440"/>
          </a:xfrm>
          <a:prstGeom prst="rect">
            <a:avLst/>
          </a:prstGeom>
          <a:solidFill>
            <a:srgbClr val="5BE08C"/>
          </a:solidFill>
          <a:ln/>
        </p:spPr>
      </p:sp>
      <p:sp>
        <p:nvSpPr>
          <p:cNvPr id="15" name="Text 13"/>
          <p:cNvSpPr/>
          <p:nvPr/>
        </p:nvSpPr>
        <p:spPr>
          <a:xfrm>
            <a:off x="8430768" y="224028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30768" y="2834640"/>
            <a:ext cx="29809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+ brute-force lockout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+ input caps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Prompt-injection / scope guard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Risk Console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" cy="457200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What’s real, what’s simulated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3657600"/>
          </a:xfrm>
          <a:prstGeom prst="roundRect">
            <a:avLst>
              <a:gd name="adj" fmla="val 2250"/>
            </a:avLst>
          </a:prstGeom>
          <a:solidFill>
            <a:srgbClr val="1B2433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109728" cy="3657600"/>
          </a:xfrm>
          <a:prstGeom prst="rect">
            <a:avLst/>
          </a:prstGeom>
          <a:solidFill>
            <a:srgbClr val="FFB78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Simulated (clearly labelled)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connections (SAP / Odoo / Dynamics)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/ weather / port signals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trained on a simulated history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paid APIs used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3657600"/>
          </a:xfrm>
          <a:prstGeom prst="roundRect">
            <a:avLst>
              <a:gd name="adj" fmla="val 2250"/>
            </a:avLst>
          </a:prstGeom>
          <a:solidFill>
            <a:srgbClr val="131A26"/>
          </a:solidFill>
          <a:ln w="12700">
            <a:solidFill>
              <a:srgbClr val="2A354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828800"/>
            <a:ext cx="109728" cy="3657600"/>
          </a:xfrm>
          <a:prstGeom prst="rect">
            <a:avLst/>
          </a:prstGeom>
          <a:solidFill>
            <a:srgbClr val="5BE08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E0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&amp; production-ready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60604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app, pipeline &amp; multi-agent crew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connector code (point env at a real system)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ML pipeline (features → train → predict → explain)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Deployed, autonomous &amp; secured on a live VPS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Risk Console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8B8D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B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789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EC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turns fragmented supply-chain data into proactive, quantified decisions.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built, deployed and secured a working prototype that does exactly that — for Titan Manufacturing’s supply chain.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agenticai.srv1487908.hstgr.cloud</a:t>
            </a:r>
            <a:pPr indent="0" marL="0">
              <a:buNone/>
            </a:pPr>
            <a:r>
              <a:rPr lang="en-US" sz="1400" dirty="0">
                <a:solidFill>
                  <a:srgbClr val="AA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github.com/cmiebach/agentic_ai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Risk Console</dc:title>
  <dc:subject>PptxGenJS Presentation</dc:subject>
  <dc:creator>IE Agentic AI Team</dc:creator>
  <cp:lastModifiedBy>IE Agentic AI Team</cp:lastModifiedBy>
  <cp:revision>1</cp:revision>
  <dcterms:created xsi:type="dcterms:W3CDTF">2026-06-18T17:24:10Z</dcterms:created>
  <dcterms:modified xsi:type="dcterms:W3CDTF">2026-06-18T17:24:10Z</dcterms:modified>
</cp:coreProperties>
</file>